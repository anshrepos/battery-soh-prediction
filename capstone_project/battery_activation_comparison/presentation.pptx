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for Battery SOH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Analysis of Activation Functions</a:t>
            </a:r>
          </a:p>
          <a:p>
            <a:r>
              <a:t>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Lithium-ion batteries suffer capacity degradation over charge-discharge cycles.</a:t>
            </a:r>
          </a:p>
          <a:p/>
          <a:p>
            <a:r>
              <a:t>State of Health (SOH) estimation ensures safety and extends battery lifespan.</a:t>
            </a:r>
          </a:p>
          <a:p/>
          <a:p>
            <a:r>
              <a:t>Objective: Evaluate 9 activation functions (ReLU, GELU, Mish, etc.) using Feed-Forward Neural Networks on the NASA Li-ion Dataset to observe vanishing gradients, convergence speeds, and prediction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NASA Ames Prognostics Data (Batteries: B0005, B0006, B0007, B0018).</a:t>
            </a:r>
          </a:p>
          <a:p/>
          <a:p>
            <a:r>
              <a:t>Feature Engineering: Time-series aggregated to cycle-level input arrays:</a:t>
            </a:r>
          </a:p>
          <a:p>
            <a:r>
              <a:t>- [Cycle Number, Mean Voltage, Mean Current, Mean Temperature].</a:t>
            </a:r>
          </a:p>
          <a:p/>
          <a:p>
            <a:r>
              <a:t>Architecture: Constant setup across tests to isolate activation variables.</a:t>
            </a:r>
          </a:p>
          <a:p>
            <a:r>
              <a:t>- Dense(128) -&gt; Dense(64) -&gt; Dense(32) -&gt; Linear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Performance comparison (RMSE)</a:t>
            </a:r>
          </a:p>
        </p:txBody>
      </p:sp>
      <p:pic>
        <p:nvPicPr>
          <p:cNvPr id="3" name="Picture 2" descr="val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Vanishing Gradients Analysis</a:t>
            </a:r>
          </a:p>
        </p:txBody>
      </p:sp>
      <p:pic>
        <p:nvPicPr>
          <p:cNvPr id="3" name="Picture 2" descr="gradient_n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Activation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ourier New"/>
              </a:defRPr>
            </a:pPr>
            <a:r>
              <a:t>Since advanced operators are required:</a:t>
            </a:r>
          </a:p>
          <a:p>
            <a:pPr>
              <a:defRPr sz="1800">
                <a:latin typeface="Courier New"/>
              </a:defRPr>
            </a:pPr>
          </a:p>
          <a:p>
            <a:pPr>
              <a:defRPr sz="1800">
                <a:latin typeface="Courier New"/>
              </a:defRPr>
            </a:pPr>
            <a:r>
              <a:t>def swish(x):</a:t>
            </a:r>
          </a:p>
          <a:p>
            <a:pPr>
              <a:defRPr sz="1800">
                <a:latin typeface="Courier New"/>
              </a:defRPr>
            </a:pPr>
            <a:r>
              <a:t>    return x * tf.math.sigmoid(x)</a:t>
            </a:r>
          </a:p>
          <a:p>
            <a:pPr>
              <a:defRPr sz="1800">
                <a:latin typeface="Courier New"/>
              </a:defRPr>
            </a:pPr>
          </a:p>
          <a:p>
            <a:pPr>
              <a:defRPr sz="1800">
                <a:latin typeface="Courier New"/>
              </a:defRPr>
            </a:pPr>
            <a:r>
              <a:t>def mish(x):</a:t>
            </a:r>
          </a:p>
          <a:p>
            <a:pPr>
              <a:defRPr sz="1800">
                <a:latin typeface="Courier New"/>
              </a:defRPr>
            </a:pPr>
            <a:r>
              <a:t>    return x * tf.math.tanh(tf.math.softplus(x))</a:t>
            </a:r>
          </a:p>
          <a:p>
            <a:pPr>
              <a:defRPr sz="1800">
                <a:latin typeface="Courier New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Non-monotonic smooth activations strictly out-performed traditional rigid ones.</a:t>
            </a:r>
          </a:p>
          <a:p/>
          <a:p>
            <a:r>
              <a:t>GELU and PReLU showed the absolute best test RMSE scaling (~0.0378).</a:t>
            </a:r>
          </a:p>
          <a:p/>
          <a:p>
            <a:r>
              <a:t>Unlike Sigmoid/Tanh which suffered heavily from gradient decay, the Swish/Mish variants successfully maintained dynamic backward signal flow across all 50 epochs.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